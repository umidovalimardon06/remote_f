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69554C-C84C-4396-A12F-B653C5B405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8E31285-1B0E-481F-BE27-224CAF7A5F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CF2834-1EDA-4948-B164-828EC3BDBC8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0DF5A7-A8BF-4A13-ACAE-09478CFC701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1828800" y="1143000"/>
            <a:ext cx="5845680" cy="3287880"/>
          </a:xfrm>
          <a:prstGeom prst="rect">
            <a:avLst/>
          </a:prstGeom>
          <a:ln w="0">
            <a:noFill/>
          </a:ln>
        </p:spPr>
      </p:pic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580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2116440" y="1326600"/>
            <a:ext cx="5845680" cy="3287880"/>
          </a:xfrm>
          <a:prstGeom prst="rect">
            <a:avLst/>
          </a:prstGeom>
          <a:ln w="0">
            <a:noFill/>
          </a:ln>
        </p:spPr>
      </p:pic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0" y="0"/>
            <a:ext cx="7962120" cy="4614480"/>
          </a:xfrm>
          <a:prstGeom prst="rect">
            <a:avLst/>
          </a:prstGeom>
          <a:ln w="0">
            <a:noFill/>
          </a:ln>
        </p:spPr>
      </p:pic>
      <p:pic>
        <p:nvPicPr>
          <p:cNvPr id="19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007964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0" y="-42840"/>
            <a:ext cx="10236240" cy="575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80360" cy="56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25200" y="0"/>
            <a:ext cx="1008000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360" y="-183600"/>
            <a:ext cx="10080360" cy="589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25200" y="0"/>
            <a:ext cx="1015992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25200" y="0"/>
            <a:ext cx="10032840" cy="564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2026-04-17T08:39:26Z</dcterms:created>
  <dc:creator/>
  <dc:description/>
  <dc:language>en-US</dc:language>
  <cp:lastModifiedBy/>
  <dcterms:modified xsi:type="dcterms:W3CDTF">2026-04-17T11:41:22Z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